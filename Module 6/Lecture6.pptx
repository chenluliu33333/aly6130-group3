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85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409c0c2313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409c0c2313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4ffbeac7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4ffbeac7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4ffbeac7c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4ffbeac7c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91e1bbeec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91e1bbeec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91e1bbeec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91e1bbeec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91e1bbeec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91e1bbeec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/>
              <a:t>Monitoring and Controlling Risk: Course Wrap Up</a:t>
            </a:r>
            <a:endParaRPr sz="480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-GB" sz="2210">
                <a:solidFill>
                  <a:schemeClr val="dk1"/>
                </a:solidFill>
              </a:rPr>
              <a:t>Module 6 </a:t>
            </a:r>
            <a:endParaRPr sz="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Objectives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133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Control risks throughout the risk management life cycle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Summarize the risk management process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 risk management applies to data analytics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17725"/>
            <a:ext cx="3891571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Risk Control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Detective Risk Control: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Preventative Risk Control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Corrective Risk Control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170125"/>
            <a:ext cx="377365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Steps for a Risk Control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Timely analysis of the current business activities to identify potential risks.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Mitigating actions to either reduce or eliminate  risks.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Re-assess the business activities to ensure the successful implementation of the measures.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170125"/>
            <a:ext cx="3749333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Risk Control Techniques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Avoidance: to avert a risk entirely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Loss Prevention: accepts the risk  and prevents expected losses.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Loss Reduction: accepts both the risk and the loss 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170125"/>
            <a:ext cx="376343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Risk Control Techniques</a:t>
            </a: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317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Separation: spreading of key assets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Duplication: creation of a backup plan.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Diversification 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1100" y="1170125"/>
            <a:ext cx="376343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Role of Data Analyst</a:t>
            </a:r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Understand how risk management plays a part within data analytics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Understand how to escalate risk to the proper person within the organization\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Identify risks within the data analysis and communicating those risks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Support the risk assessment process to: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provide guidance on how critical the risk could be to data management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ensure data analysis is not disrupted by an issue that could have been identified as a risk </a:t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6500" y="1017725"/>
            <a:ext cx="382097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</Words>
  <Application>Microsoft Office PowerPoint</Application>
  <PresentationFormat>On-screen Show (16:9)</PresentationFormat>
  <Paragraphs>29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Simple Dark</vt:lpstr>
      <vt:lpstr>Monitoring and Controlling Risk: Course Wrap Up</vt:lpstr>
      <vt:lpstr>Objectives</vt:lpstr>
      <vt:lpstr>Risk Control</vt:lpstr>
      <vt:lpstr>Steps for a Risk Control</vt:lpstr>
      <vt:lpstr>Risk Control Techniques</vt:lpstr>
      <vt:lpstr>Risk Control Techniques</vt:lpstr>
      <vt:lpstr>Role of Data Analyst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Monitoring and Controlling Risk: Course Wrap Up</dc:title>
  <cp:lastModifiedBy>Abby T</cp:lastModifiedBy>
  <cp:revision>1</cp:revision>
  <dcterms:modified xsi:type="dcterms:W3CDTF">2023-12-16T02:04:27Z</dcterms:modified>
</cp:coreProperties>
</file>