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imSpNogMIzXZf/KCE10148ZbkL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fe8c389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fe8c389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e8c389b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e8c389b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e8c389b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fe8c389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fe8c389b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fe8c389b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fe8c389b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fe8c389b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e8c389b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fe8c389b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fe8c389b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fe8c389b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fe8c389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fe8c389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fe8c389b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fe8c389b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800"/>
              <a:t>Assessing Risk: Competition &amp; Data</a:t>
            </a:r>
            <a:endParaRPr sz="48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GB" sz="2210">
                <a:solidFill>
                  <a:schemeClr val="dk1"/>
                </a:solidFill>
              </a:rPr>
              <a:t>Module 4 </a:t>
            </a:r>
            <a:endParaRPr sz="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4090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Quantitative risk analytics methods and techniques in risk assessment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Develop risk mitigation measures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375" y="970725"/>
            <a:ext cx="3853900" cy="38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Quantitative analysis answers:</a:t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311700" y="1152475"/>
            <a:ext cx="4317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is the likelihood or probability of meeting the organization’s objectives?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much contingency planning or mitigation actions are needed?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individual risks contribute to overarching risk to the organization?</a:t>
            </a:r>
            <a:endParaRPr/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1100" y="1170125"/>
            <a:ext cx="376360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Process of Quantitative Risk Analysis</a:t>
            </a:r>
            <a:endParaRPr/>
          </a:p>
        </p:txBody>
      </p:sp>
      <p:pic>
        <p:nvPicPr>
          <p:cNvPr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75" y="1119200"/>
            <a:ext cx="650119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fe8c389b7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Quantitative Risk Assessment Techniques</a:t>
            </a:r>
            <a:endParaRPr/>
          </a:p>
        </p:txBody>
      </p:sp>
      <p:sp>
        <p:nvSpPr>
          <p:cNvPr id="81" name="Google Shape;81;g3cfe8c389b7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</a:t>
            </a:r>
            <a:r>
              <a:rPr lang="en-GB"/>
              <a:t>statistical models, simulation, and ML to estimate: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Probability of risk events occurring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Magnitude of potential impact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Optimal mitigation strategies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e8c389b7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Quantitative Risk Assessment Techniques</a:t>
            </a:r>
            <a:endParaRPr/>
          </a:p>
        </p:txBody>
      </p:sp>
      <p:sp>
        <p:nvSpPr>
          <p:cNvPr id="87" name="Google Shape;87;g3cfe8c389b7_0_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Sources for Market Entry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Structured Data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Competitor entry history (market, region, entry year, outcomes)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Macroeconomic indicators (GDP, interest rates, inflation)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Market metrics (market share, pricing, sales volume)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Operational data (customer churn, cost structure, supply chain performance)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fe8c389b7_0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Quantitative Risk Assessment Techniques</a:t>
            </a:r>
            <a:endParaRPr/>
          </a:p>
        </p:txBody>
      </p:sp>
      <p:sp>
        <p:nvSpPr>
          <p:cNvPr id="93" name="Google Shape;93;g3cfe8c389b7_0_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Sources for Market Entry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Unstructured Data (Qualitative)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News articles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Press releases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Earnings call transcripts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Social media sentiment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Expert reports and industry whitepapers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fe8c389b7_0_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Quantitative Risk Assessment Techniques</a:t>
            </a:r>
            <a:endParaRPr/>
          </a:p>
        </p:txBody>
      </p:sp>
      <p:sp>
        <p:nvSpPr>
          <p:cNvPr id="99" name="Google Shape;99;g3cfe8c389b7_0_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Sources for Market Entry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Unstructured Data (Qualitative)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News articles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Press releases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Earnings call transcripts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Social media sentiment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Expert reports and industry whitepapers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fe8c389b7_0_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Quantitative Modeling Techniques</a:t>
            </a:r>
            <a:endParaRPr/>
          </a:p>
        </p:txBody>
      </p:sp>
      <p:sp>
        <p:nvSpPr>
          <p:cNvPr id="105" name="Google Shape;105;g3cfe8c389b7_0_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Risk Models: </a:t>
            </a:r>
            <a:r>
              <a:rPr lang="en-GB"/>
              <a:t> relationships between risk drivers and outcomes.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Logistic regression for probability of competitor success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Linear regression for impact on revenue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Time-series models for market trend forecasting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Libraries: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scikit-learn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statsmodels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Prophet (Meta)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fe8c389b7_0_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Quantitative Modeling Techniques</a:t>
            </a:r>
            <a:endParaRPr/>
          </a:p>
        </p:txBody>
      </p:sp>
      <p:sp>
        <p:nvSpPr>
          <p:cNvPr id="111" name="Google Shape;111;g3cfe8c389b7_0_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Monte Carlo Simulation: Simulates thousands of scenarios to model uncertainty.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Revenue impact of new competitors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Pricing strategy risks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Supply chain disruptions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Libraries: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NumPy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SciPy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Chaospy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SimPy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fe8c389b7_0_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Quantitative Modeling Techniques</a:t>
            </a:r>
            <a:endParaRPr/>
          </a:p>
        </p:txBody>
      </p:sp>
      <p:sp>
        <p:nvSpPr>
          <p:cNvPr id="117" name="Google Shape;117;g3cfe8c389b7_0_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 </a:t>
            </a:r>
            <a:r>
              <a:rPr lang="en-GB"/>
              <a:t> Risk Prediction: to predict future risk events.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Models: Random Forest, Gradient Boosting, Neural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Predicting market entry success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Estimating market share loss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Detecting early warning signals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Libraries: scikit-learn, XGBoost, LightGBM, CatBoost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fe8c389b7_0_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Rirk Visualization and Decision Support</a:t>
            </a:r>
            <a:endParaRPr/>
          </a:p>
        </p:txBody>
      </p:sp>
      <p:sp>
        <p:nvSpPr>
          <p:cNvPr id="123" name="Google Shape;123;g3cfe8c389b7_0_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Risk heat maps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Scenario comparison charts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Probability distributions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Quantitative Risk Assessment Techniques</a:t>
            </a:r>
            <a:endParaRPr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3-Point Estimate- optimistic, most likely and pessimistic estimates of risk cost.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Decision Tree Analysis- presents costs associated with different choices with respect to risk.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Expected Monetary Value (EMV)- calculate a contingency reserve for a project budget based on expected cost associated with opportunities and threats of the project 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Monte Carlo Simulation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Sensitivity Analysis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Fault Tree Analysis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Decision Tree Analysis</a:t>
            </a:r>
            <a:endParaRPr/>
          </a:p>
        </p:txBody>
      </p:sp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7025" y="1017725"/>
            <a:ext cx="2861350" cy="39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600" y="1097913"/>
            <a:ext cx="414470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Expected Monetary Value (EMV)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Determine a contingency reserve for a project.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EMV = Probability X Cost Impact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25" y="2212353"/>
            <a:ext cx="6288776" cy="10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Decision Tree Analysis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397225" y="2240725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Market entry game with imperfect 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0765" y="1456475"/>
            <a:ext cx="5020835" cy="325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Risk management techniques</a:t>
            </a:r>
            <a:endParaRPr/>
          </a:p>
        </p:txBody>
      </p:sp>
      <p:sp>
        <p:nvSpPr>
          <p:cNvPr id="156" name="Google Shape;156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Acceptance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Mitigation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Avoidance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Transfer</a:t>
            </a:r>
            <a:endParaRPr/>
          </a:p>
        </p:txBody>
      </p:sp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950" y="1017725"/>
            <a:ext cx="375054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fe8c389b7_0_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Output of Quantitative Risk Analysis</a:t>
            </a:r>
            <a:endParaRPr/>
          </a:p>
        </p:txBody>
      </p:sp>
      <p:sp>
        <p:nvSpPr>
          <p:cNvPr id="163" name="Google Shape;163;g3cfe8c389b7_0_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Probability distributions of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Scenario simulations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Expected loss estimates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	Risk-adjusted decision recommendations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Note</a:t>
            </a:r>
            <a:endParaRPr/>
          </a:p>
        </p:txBody>
      </p:sp>
      <p:sp>
        <p:nvSpPr>
          <p:cNvPr id="169" name="Google Shape;169;p1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Assess risks based on the controls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Risk mitigating is evolutionary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1170125"/>
            <a:ext cx="387904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